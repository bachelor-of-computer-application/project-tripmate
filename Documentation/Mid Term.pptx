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3" r:id="rId4"/>
    <p:sldId id="258" r:id="rId5"/>
    <p:sldId id="259" r:id="rId6"/>
    <p:sldId id="264" r:id="rId7"/>
    <p:sldId id="265" r:id="rId8"/>
    <p:sldId id="260" r:id="rId9"/>
    <p:sldId id="266" r:id="rId10"/>
    <p:sldId id="267" r:id="rId11"/>
    <p:sldId id="268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438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52C9A-F791-47DB-9D39-16AFBA1A897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D6B2A-67CC-4D4C-A878-E3B97FCC5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1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Schema: </a:t>
            </a:r>
            <a:r>
              <a:rPr lang="en-US" dirty="0" err="1"/>
              <a:t>drawSQL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D6B2A-67CC-4D4C-A878-E3B97FCC57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88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Firebase</a:t>
            </a:r>
          </a:p>
          <a:p>
            <a:r>
              <a:rPr lang="en-US" dirty="0"/>
              <a:t>App: React Native</a:t>
            </a:r>
          </a:p>
          <a:p>
            <a:r>
              <a:rPr lang="en-US" dirty="0"/>
              <a:t>Web: Next.js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D6B2A-67CC-4D4C-A878-E3B97FCC57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1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005B-0149-470D-8C32-774F41F64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DD072-F634-47A3-832E-B12D94E35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87C15-3495-40C9-AD1B-5530F17B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D7AED-CBC6-4E5F-9F59-76739635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FC6C4-0233-4629-8124-FFA04DC1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9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CB008-CE4D-4D6E-B472-5F4D207C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4280B-F2DA-4253-AB04-A579EF31C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83A2C-C69F-4C11-9B85-5E98CA103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CFC75-2893-4E0A-9338-41417C95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09DFC-DBE6-4594-8A4D-5BF570BC0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84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CFF9-0300-497E-BF43-0C4B3B7A3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5FB89-12E4-414B-8B07-3933EE630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D1DE7-B574-45CB-A3B1-30AF8C50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8EEB1-968D-48E6-A545-A07DEB73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689D5-6BEF-4564-BC5A-03689A68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70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5B77-6360-4633-8692-D7CAF8C4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1018A-2BA8-45BE-AD04-07E2F60B9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9098A-018D-4810-8B0A-B7B274B69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E12AA-2350-464F-9DC0-9FAD31317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3DFE4-85C6-4EDD-970F-B26954DCB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9B823-9DC7-436C-B1EE-978EEDE1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45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0F12-6AFC-482F-B12C-36D858D34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FAD35-2BD7-47C7-B6EC-7FA1DE01D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AB4D4-F366-4FC5-A3FD-012401DAB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615A4-D3E3-4E49-92AB-27821BF56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8371A-EB1D-4090-BBF5-2FD4B41C1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5090E-46B2-487D-B9D6-03BA8BFA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1EDAEE-9831-4C0C-9BA7-EEA353541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C5CCA-5EBC-4565-9949-B91C678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8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0E89-A1ED-4246-9B98-30E645A81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A662E-00CD-4298-830F-080959DF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D0DBE-7445-4802-A6D1-FD158596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74A32-6300-4F6F-A6DC-4319BE64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16DDE-931E-45F5-B0CC-6750865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8FFAF4-4548-450B-A670-2042088B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7A33-D38C-47E8-BCDC-00F9AA2F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04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B0E2-E446-44F6-8F79-F462652C3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BC40C-3509-495F-A38F-CA7D0ECA1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6A2E3-7EFD-43E8-9E63-CA3B0CBF1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1F4D1-B80B-401F-A932-18B1A1254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D302D-2035-442D-A6CE-499C7DAB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70571-0FA3-40E7-BAAF-9918D3FC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8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84CC4-0196-4375-96DA-32C0AB29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28AF4D-5DFB-4833-84B5-2F01411A6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E92A3-1B6F-4D1E-B70E-FCA666D3F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DAE88-4674-4A14-96F7-9F4A5953F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CF36C-1DBB-46B9-97F8-8BD1E09C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D5F25-F46C-4224-8537-103D7391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6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BA15-2AFB-4336-AC0D-FBD97368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E409F-6452-428F-B3E5-14F753DB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2A8CE-9CC2-42E4-80ED-A47F5180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66B27-21B3-4962-85A6-459B84BC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765FB-F181-43E1-87F9-E7811D70D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59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A9D614-A487-466B-8C2D-5E0F22DCC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5AF3B-1872-4F2D-984D-0005C03CF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B8DDE-82F7-406F-A8E0-D7F831A40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6EC5A-C317-4E3E-B88E-5F3A63DEA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066AE-7A5F-4BAF-A00B-6BBD45A0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0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8FC30-0E94-4399-839D-B12C18B3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F3008-165C-478D-92CB-310240D80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2FBF0-57F6-4325-83AE-B35A11532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07D6-37F1-4D8F-B5AA-0FB5CD98A83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E5637-B218-4EAC-A4A0-E19F7C59D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F069E-28FF-487D-97F0-072FBB6F0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4BA89-E3B1-4AA5-B4C9-E09AEFEE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9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AA44-1AFC-4021-B5EE-7982BD677E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TripMate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24AF6-4473-4F68-8B36-D8C4B243C7F4}"/>
              </a:ext>
            </a:extLst>
          </p:cNvPr>
          <p:cNvSpPr txBox="1"/>
          <p:nvPr/>
        </p:nvSpPr>
        <p:spPr>
          <a:xfrm flipH="1">
            <a:off x="8615363" y="5735637"/>
            <a:ext cx="3186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Presented:</a:t>
            </a:r>
          </a:p>
          <a:p>
            <a:r>
              <a:rPr lang="en-US" sz="2400" b="1" dirty="0"/>
              <a:t>By Yuvraj Pandey</a:t>
            </a:r>
          </a:p>
        </p:txBody>
      </p:sp>
    </p:spTree>
    <p:extLst>
      <p:ext uri="{BB962C8B-B14F-4D97-AF65-F5344CB8AC3E}">
        <p14:creationId xmlns:p14="http://schemas.microsoft.com/office/powerpoint/2010/main" val="427837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3124-6AF1-45AD-B873-55CF56BF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F4D77-0934-4C96-BD4C-DE89708F8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Tripmate is a travel planning and management application designed to help users:</a:t>
            </a:r>
          </a:p>
          <a:p>
            <a:r>
              <a:rPr lang="en-US" dirty="0"/>
              <a:t>Create and organize trips</a:t>
            </a:r>
          </a:p>
          <a:p>
            <a:r>
              <a:rPr lang="en-US" dirty="0"/>
              <a:t>Add destinations and itineraries</a:t>
            </a:r>
          </a:p>
          <a:p>
            <a:r>
              <a:rPr lang="en-US" dirty="0"/>
              <a:t>Track expenses</a:t>
            </a:r>
          </a:p>
          <a:p>
            <a:r>
              <a:rPr lang="en-US" dirty="0"/>
              <a:t>View trip details anytime</a:t>
            </a:r>
          </a:p>
          <a:p>
            <a:r>
              <a:rPr lang="en-US" dirty="0"/>
              <a:t>Provide analytics (for admin)</a:t>
            </a:r>
          </a:p>
        </p:txBody>
      </p:sp>
    </p:spTree>
    <p:extLst>
      <p:ext uri="{BB962C8B-B14F-4D97-AF65-F5344CB8AC3E}">
        <p14:creationId xmlns:p14="http://schemas.microsoft.com/office/powerpoint/2010/main" val="2589905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FA7A3-9A52-4CAD-891D-65289C9FD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Purpose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5A055-3A22-4F78-8582-9DCA6960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Simplify travel planning</a:t>
            </a:r>
          </a:p>
          <a:p>
            <a:r>
              <a:rPr lang="en-US" dirty="0"/>
              <a:t>Centralize trip information</a:t>
            </a:r>
          </a:p>
          <a:p>
            <a:r>
              <a:rPr lang="en-US" dirty="0"/>
              <a:t>Reduce manual tracking</a:t>
            </a:r>
          </a:p>
          <a:p>
            <a:r>
              <a:rPr lang="en-US" dirty="0"/>
              <a:t>Provide a smooth mobile and web experience</a:t>
            </a:r>
          </a:p>
        </p:txBody>
      </p:sp>
    </p:spTree>
    <p:extLst>
      <p:ext uri="{BB962C8B-B14F-4D97-AF65-F5344CB8AC3E}">
        <p14:creationId xmlns:p14="http://schemas.microsoft.com/office/powerpoint/2010/main" val="366806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1A77-AE11-4C3E-BC51-F5F70C0B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Schema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86D0F4-608A-4A3F-B3DB-C7706052C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833" y="1338262"/>
            <a:ext cx="8156844" cy="4614863"/>
          </a:xfrm>
        </p:spPr>
      </p:pic>
    </p:spTree>
    <p:extLst>
      <p:ext uri="{BB962C8B-B14F-4D97-AF65-F5344CB8AC3E}">
        <p14:creationId xmlns:p14="http://schemas.microsoft.com/office/powerpoint/2010/main" val="185341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2E16-DD52-45E5-9495-71E2EE3F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BDA11-2020-4603-89E8-590FA2A5C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Core Features Planned:</a:t>
            </a:r>
          </a:p>
          <a:p>
            <a:r>
              <a:rPr lang="en-US" dirty="0"/>
              <a:t>Trip creation &amp; viewing</a:t>
            </a:r>
          </a:p>
          <a:p>
            <a:r>
              <a:rPr lang="en-US" dirty="0"/>
              <a:t>Itinerary &amp; destination management</a:t>
            </a:r>
          </a:p>
          <a:p>
            <a:r>
              <a:rPr lang="en-US" dirty="0"/>
              <a:t>Expense tracking</a:t>
            </a:r>
          </a:p>
          <a:p>
            <a:r>
              <a:rPr lang="en-US" dirty="0"/>
              <a:t>User accounts</a:t>
            </a:r>
          </a:p>
          <a:p>
            <a:r>
              <a:rPr lang="en-US" dirty="0"/>
              <a:t>Admin dashboard &amp; analytics</a:t>
            </a:r>
          </a:p>
          <a:p>
            <a:r>
              <a:rPr lang="en-US" dirty="0"/>
              <a:t>Secure authentication</a:t>
            </a:r>
          </a:p>
          <a:p>
            <a:r>
              <a:rPr lang="en-US" dirty="0"/>
              <a:t>Cross-platform: Web + Mobile (React Native + Next.js)</a:t>
            </a:r>
          </a:p>
        </p:txBody>
      </p:sp>
    </p:spTree>
    <p:extLst>
      <p:ext uri="{BB962C8B-B14F-4D97-AF65-F5344CB8AC3E}">
        <p14:creationId xmlns:p14="http://schemas.microsoft.com/office/powerpoint/2010/main" val="419099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6799-A3AA-4952-AF7F-E57E2657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28FD-F98B-4E4F-94FE-FC20926FB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React Prototype (Web Version)</a:t>
            </a:r>
          </a:p>
          <a:p>
            <a:pPr marL="0" indent="0">
              <a:buNone/>
            </a:pPr>
            <a:r>
              <a:rPr lang="en-US" dirty="0"/>
              <a:t>A working prototype has been built using React.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Completed Features</a:t>
            </a:r>
          </a:p>
          <a:p>
            <a:r>
              <a:rPr lang="en-US" dirty="0"/>
              <a:t>Trip Creation</a:t>
            </a:r>
          </a:p>
          <a:p>
            <a:pPr marL="0" indent="0">
              <a:buNone/>
            </a:pPr>
            <a:r>
              <a:rPr lang="en-US" dirty="0"/>
              <a:t>Users can create a new trip by entering details like title, date, destination.</a:t>
            </a:r>
          </a:p>
          <a:p>
            <a:r>
              <a:rPr lang="en-US" dirty="0"/>
              <a:t>Trip Viewing</a:t>
            </a:r>
          </a:p>
          <a:p>
            <a:r>
              <a:rPr lang="en-US" dirty="0"/>
              <a:t>Users can view all created trips in a clean UI</a:t>
            </a:r>
          </a:p>
        </p:txBody>
      </p:sp>
    </p:spTree>
    <p:extLst>
      <p:ext uri="{BB962C8B-B14F-4D97-AF65-F5344CB8AC3E}">
        <p14:creationId xmlns:p14="http://schemas.microsoft.com/office/powerpoint/2010/main" val="318093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7D3E-1B9B-458B-8355-1BDB8EEB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Prototype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524FB-D446-4842-B802-0F9E3A344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Component-based React architecture</a:t>
            </a:r>
          </a:p>
          <a:p>
            <a:r>
              <a:rPr lang="en-US" dirty="0"/>
              <a:t>State management using hooks</a:t>
            </a:r>
          </a:p>
          <a:p>
            <a:r>
              <a:rPr lang="en-US" dirty="0"/>
              <a:t>User-friendly and minimal UI</a:t>
            </a:r>
          </a:p>
          <a:p>
            <a:r>
              <a:rPr lang="en-US" dirty="0"/>
              <a:t>Prototype reflects real </a:t>
            </a:r>
            <a:r>
              <a:rPr lang="en-US" dirty="0" err="1"/>
              <a:t>TripMate</a:t>
            </a:r>
            <a:r>
              <a:rPr lang="en-US" dirty="0"/>
              <a:t> workflow</a:t>
            </a:r>
          </a:p>
        </p:txBody>
      </p:sp>
    </p:spTree>
    <p:extLst>
      <p:ext uri="{BB962C8B-B14F-4D97-AF65-F5344CB8AC3E}">
        <p14:creationId xmlns:p14="http://schemas.microsoft.com/office/powerpoint/2010/main" val="1101565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AA9A-F6F0-46F9-BB46-6AB37D17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Prototype Demo Screens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8F253A-3BF4-4FC3-98B7-58582E8AC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9535" y="1825625"/>
            <a:ext cx="6032930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AF773D-53B5-44AB-8D0A-BE58629CCDE9}"/>
              </a:ext>
            </a:extLst>
          </p:cNvPr>
          <p:cNvSpPr txBox="1"/>
          <p:nvPr/>
        </p:nvSpPr>
        <p:spPr>
          <a:xfrm>
            <a:off x="5257800" y="6308209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Fig: Trip Creation Form</a:t>
            </a:r>
          </a:p>
        </p:txBody>
      </p:sp>
    </p:spTree>
    <p:extLst>
      <p:ext uri="{BB962C8B-B14F-4D97-AF65-F5344CB8AC3E}">
        <p14:creationId xmlns:p14="http://schemas.microsoft.com/office/powerpoint/2010/main" val="1971521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E9CC0-9E23-4753-9632-67426FAB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Prototype Demo Screens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6263F3-F7EB-4C2A-876B-F3CA0FBB4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5808"/>
            <a:ext cx="10515600" cy="4330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E3705A-6BF8-4FE9-90ED-50897512D967}"/>
              </a:ext>
            </a:extLst>
          </p:cNvPr>
          <p:cNvSpPr txBox="1"/>
          <p:nvPr/>
        </p:nvSpPr>
        <p:spPr>
          <a:xfrm flipH="1">
            <a:off x="4983478" y="6311900"/>
            <a:ext cx="2286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Fig: Trip List Page</a:t>
            </a:r>
          </a:p>
        </p:txBody>
      </p:sp>
    </p:spTree>
    <p:extLst>
      <p:ext uri="{BB962C8B-B14F-4D97-AF65-F5344CB8AC3E}">
        <p14:creationId xmlns:p14="http://schemas.microsoft.com/office/powerpoint/2010/main" val="3588836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EA03-BF13-4864-BE0D-90E025B4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Prototype Demo Screens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99CB6F-4C26-41FC-9AE8-C34D72466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33" y="1825625"/>
            <a:ext cx="7739533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880305-FEA3-4974-ADC4-2848B5D5E77D}"/>
              </a:ext>
            </a:extLst>
          </p:cNvPr>
          <p:cNvSpPr txBox="1"/>
          <p:nvPr/>
        </p:nvSpPr>
        <p:spPr>
          <a:xfrm>
            <a:off x="3752849" y="6311900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Fig: Trip Details Page</a:t>
            </a:r>
          </a:p>
        </p:txBody>
      </p:sp>
    </p:spTree>
    <p:extLst>
      <p:ext uri="{BB962C8B-B14F-4D97-AF65-F5344CB8AC3E}">
        <p14:creationId xmlns:p14="http://schemas.microsoft.com/office/powerpoint/2010/main" val="3304827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FB17-C97A-4F18-ABC6-82DEDF0B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Remaining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D3BBD-FD18-4603-909E-4D704B587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Features Yet to Develop</a:t>
            </a:r>
          </a:p>
          <a:p>
            <a:r>
              <a:rPr lang="en-US" dirty="0"/>
              <a:t>Itinerary &amp; destination management</a:t>
            </a:r>
          </a:p>
          <a:p>
            <a:r>
              <a:rPr lang="en-US" dirty="0"/>
              <a:t>Expense tracking module</a:t>
            </a:r>
          </a:p>
          <a:p>
            <a:r>
              <a:rPr lang="en-US" dirty="0"/>
              <a:t>Authentication (User/ Admin/ Role-based)</a:t>
            </a:r>
          </a:p>
          <a:p>
            <a:r>
              <a:rPr lang="en-US" dirty="0"/>
              <a:t>Analytics dashboard for admin</a:t>
            </a:r>
          </a:p>
          <a:p>
            <a:r>
              <a:rPr lang="en-US" dirty="0"/>
              <a:t>Mobile app with React Native (shared logic)</a:t>
            </a:r>
          </a:p>
          <a:p>
            <a:r>
              <a:rPr lang="en-US" dirty="0"/>
              <a:t>Database integration (Firebase)</a:t>
            </a:r>
          </a:p>
        </p:txBody>
      </p:sp>
    </p:spTree>
    <p:extLst>
      <p:ext uri="{BB962C8B-B14F-4D97-AF65-F5344CB8AC3E}">
        <p14:creationId xmlns:p14="http://schemas.microsoft.com/office/powerpoint/2010/main" val="526213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DDF1-08F6-4844-9501-273F3B4F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CE709-221E-44DD-B706-949DCCE5A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Technical Challenges</a:t>
            </a:r>
          </a:p>
          <a:p>
            <a:r>
              <a:rPr lang="en-US" dirty="0"/>
              <a:t>Difficulty integrating frontend with backend</a:t>
            </a:r>
          </a:p>
          <a:p>
            <a:r>
              <a:rPr lang="en-US" dirty="0"/>
              <a:t>Deciding between Next.js &amp; React Native for cross-platform</a:t>
            </a:r>
          </a:p>
          <a:p>
            <a:r>
              <a:rPr lang="en-US" dirty="0"/>
              <a:t>State management complexity</a:t>
            </a:r>
          </a:p>
          <a:p>
            <a:r>
              <a:rPr lang="en-US" dirty="0"/>
              <a:t>Designing a scalable database schema</a:t>
            </a:r>
          </a:p>
          <a:p>
            <a:r>
              <a:rPr lang="en-US" dirty="0"/>
              <a:t>Managing roles (Admin, User)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Development Challenges</a:t>
            </a:r>
          </a:p>
          <a:p>
            <a:r>
              <a:rPr lang="en-US" dirty="0"/>
              <a:t>Time constraints between UI &amp; backend</a:t>
            </a:r>
          </a:p>
          <a:p>
            <a:r>
              <a:rPr lang="en-US" dirty="0"/>
              <a:t>Maintaining folder structure consistency</a:t>
            </a:r>
          </a:p>
          <a:p>
            <a:r>
              <a:rPr lang="en-US" dirty="0"/>
              <a:t>Version control conflicts (Git branching)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Research Challenges</a:t>
            </a:r>
          </a:p>
          <a:p>
            <a:r>
              <a:rPr lang="en-US" dirty="0"/>
              <a:t>Evaluating best tech stack for both mobile &amp; stack</a:t>
            </a:r>
          </a:p>
          <a:p>
            <a:r>
              <a:rPr lang="en-US" dirty="0"/>
              <a:t>Understanding travel-related analytics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517027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C255-ADED-48A7-89E0-6C4280F0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Contributions of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8DEAD-A0E9-4B78-BAD0-AD4F1241F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control- Maintained history of all code changes</a:t>
            </a:r>
          </a:p>
        </p:txBody>
      </p:sp>
    </p:spTree>
    <p:extLst>
      <p:ext uri="{BB962C8B-B14F-4D97-AF65-F5344CB8AC3E}">
        <p14:creationId xmlns:p14="http://schemas.microsoft.com/office/powerpoint/2010/main" val="2416725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325</Words>
  <Application>Microsoft Office PowerPoint</Application>
  <PresentationFormat>Widescreen</PresentationFormat>
  <Paragraphs>76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TripMate</vt:lpstr>
      <vt:lpstr>Introduction</vt:lpstr>
      <vt:lpstr>Purpose of the Project</vt:lpstr>
      <vt:lpstr>Schema Diagram</vt:lpstr>
      <vt:lpstr>System Overview</vt:lpstr>
      <vt:lpstr>Project Completed</vt:lpstr>
      <vt:lpstr>Prototype Highlights</vt:lpstr>
      <vt:lpstr>Prototype Demo Screens</vt:lpstr>
      <vt:lpstr>Prototype Demo Screens</vt:lpstr>
      <vt:lpstr>Prototype Demo Screens</vt:lpstr>
      <vt:lpstr>Remaining Works</vt:lpstr>
      <vt:lpstr>Problems Faced</vt:lpstr>
      <vt:lpstr>Contributions of 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TripMate</dc:title>
  <dc:creator>user</dc:creator>
  <cp:lastModifiedBy>user</cp:lastModifiedBy>
  <cp:revision>16</cp:revision>
  <dcterms:created xsi:type="dcterms:W3CDTF">2025-11-17T00:53:35Z</dcterms:created>
  <dcterms:modified xsi:type="dcterms:W3CDTF">2025-11-17T03:04:25Z</dcterms:modified>
</cp:coreProperties>
</file>